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1"/>
  </p:notesMasterIdLst>
  <p:handoutMasterIdLst>
    <p:handoutMasterId r:id="rId12"/>
  </p:handoutMasterIdLst>
  <p:sldIdLst>
    <p:sldId id="304" r:id="rId5"/>
    <p:sldId id="307" r:id="rId6"/>
    <p:sldId id="281" r:id="rId7"/>
    <p:sldId id="282" r:id="rId8"/>
    <p:sldId id="314" r:id="rId9"/>
    <p:sldId id="315" r:id="rId10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0" d="100"/>
          <a:sy n="70" d="100"/>
        </p:scale>
        <p:origin x="536" y="60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pPr lvl="0"/>
            <a:r>
              <a:rPr lang="en-IN" dirty="0" err="1">
                <a:solidFill>
                  <a:srgbClr val="00B0F0"/>
                </a:solidFill>
              </a:rPr>
              <a:t>FitAI</a:t>
            </a:r>
            <a:r>
              <a:rPr lang="en-IN" dirty="0">
                <a:solidFill>
                  <a:srgbClr val="00B0F0"/>
                </a:solidFill>
              </a:rPr>
              <a:t> - Smart Health &amp; Diet Companion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98648"/>
            <a:ext cx="6986016" cy="3207344"/>
          </a:xfrm>
        </p:spPr>
        <p:txBody>
          <a:bodyPr>
            <a:normAutofit/>
          </a:bodyPr>
          <a:lstStyle/>
          <a:p>
            <a:pPr lvl="0" algn="just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Subtitle: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100% Offline, Privacy-First AI Health Coach</a:t>
            </a:r>
          </a:p>
          <a:p>
            <a:pPr lvl="0" algn="just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SDG 3: Good Health and Well-being</a:t>
            </a:r>
          </a:p>
          <a:p>
            <a:pPr lvl="0" algn="just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 Details: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Rajat Kumar Haresh Prasad | Internship ID: IBMUEML012394 | Vidhyadeep University, Surat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cost of personal fitness trainers and dietitians for students.</a:t>
            </a:r>
            <a:br>
              <a:rPr lang="en-IN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 with cloud-based apps uploading biometric data.</a:t>
            </a:r>
            <a:br>
              <a:rPr lang="en-IN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customized, easy-to-follow meal and exercise plans.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4303154-7B7D-8B47-91F2-E4BDEA1FBE0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tretch>
            <a:fillRect/>
          </a:stretch>
        </p:blipFill>
        <p:spPr>
          <a:xfrm>
            <a:off x="101600" y="86677"/>
            <a:ext cx="4666121" cy="66189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850528-80FA-2124-729E-5396E2D0AC04}"/>
              </a:ext>
            </a:extLst>
          </p:cNvPr>
          <p:cNvSpPr txBox="1"/>
          <p:nvPr/>
        </p:nvSpPr>
        <p:spPr>
          <a:xfrm>
            <a:off x="5702441" y="356616"/>
            <a:ext cx="32960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solidFill>
                  <a:srgbClr val="7030A0"/>
                </a:solidFill>
              </a:rPr>
              <a:t>The Problem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313433"/>
            <a:ext cx="5550408" cy="2834640"/>
          </a:xfrm>
        </p:spPr>
        <p:txBody>
          <a:bodyPr>
            <a:normAutofit fontScale="77500" lnSpcReduction="20000"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Python &amp;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runs 100% locally with zero cloud data leaks.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exact BMI, BMR, and caloric needs using scientific equations.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customized 7-day meal plans (regional foods) and workout blueprints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E2A48EE-65AF-2079-33F1-5B122CFE254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2013" r="32013"/>
          <a:stretch>
            <a:fillRect/>
          </a:stretch>
        </p:blipFill>
        <p:spPr>
          <a:prstGeom prst="rect">
            <a:avLst/>
          </a:prstGeom>
          <a:solidFill>
            <a:srgbClr val="AAC3E8"/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30723C-6F01-0473-06FF-9E22FE2F9955}"/>
              </a:ext>
            </a:extLst>
          </p:cNvPr>
          <p:cNvSpPr txBox="1"/>
          <p:nvPr/>
        </p:nvSpPr>
        <p:spPr>
          <a:xfrm>
            <a:off x="914400" y="1057275"/>
            <a:ext cx="40575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solidFill>
                  <a:srgbClr val="7030A0"/>
                </a:solidFill>
              </a:rPr>
              <a:t>Our AI Solution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605" y="1150885"/>
            <a:ext cx="8953939" cy="994164"/>
          </a:xfrm>
        </p:spPr>
        <p:txBody>
          <a:bodyPr/>
          <a:lstStyle/>
          <a:p>
            <a:r>
              <a:rPr lang="en-IN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Impact &amp; SDG Alignment</a:t>
            </a:r>
            <a:endParaRPr lang="en-US" sz="4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9605" y="2897389"/>
            <a:ext cx="7965460" cy="3497698"/>
          </a:xfrm>
        </p:spPr>
        <p:txBody>
          <a:bodyPr>
            <a:normAutofit/>
          </a:bodyPr>
          <a:lstStyle/>
          <a:p>
            <a:pPr lvl="0" algn="just"/>
            <a:r>
              <a:rPr lang="en-IN" sz="2400" dirty="0"/>
              <a:t>Directly supports </a:t>
            </a:r>
            <a:r>
              <a:rPr lang="en-IN" sz="2400" b="1" dirty="0"/>
              <a:t>SDG 3: Good Health &amp; Well-being</a:t>
            </a:r>
            <a:r>
              <a:rPr lang="en-IN" sz="2400" dirty="0"/>
              <a:t>.</a:t>
            </a:r>
          </a:p>
          <a:p>
            <a:pPr lvl="0" algn="just"/>
            <a:r>
              <a:rPr lang="en-IN" sz="2400" dirty="0"/>
              <a:t>Zero server cost—making health tracking accessible to all students and professionals.</a:t>
            </a:r>
          </a:p>
          <a:p>
            <a:pPr lvl="0" algn="just"/>
            <a:r>
              <a:rPr lang="en-IN" sz="2400" dirty="0"/>
              <a:t>Promotes preventive health and fitness habits.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-567166"/>
            <a:ext cx="7156631" cy="2520217"/>
          </a:xfrm>
        </p:spPr>
        <p:txBody>
          <a:bodyPr/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US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2428006"/>
            <a:ext cx="7043618" cy="2233233"/>
          </a:xfrm>
        </p:spPr>
        <p:txBody>
          <a:bodyPr/>
          <a:lstStyle/>
          <a:p>
            <a:pPr lvl="0" algn="just"/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delivers a privacy-focused offline health assistant.</a:t>
            </a:r>
          </a:p>
          <a:p>
            <a:pPr lvl="0" algn="just"/>
            <a:endParaRPr lang="en-IN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Adding webcam posture tracking via Computer Vision and local LLM integration.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AB97A50-204C-B651-727B-C5590597B147}"/>
              </a:ext>
            </a:extLst>
          </p:cNvPr>
          <p:cNvSpPr txBox="1"/>
          <p:nvPr/>
        </p:nvSpPr>
        <p:spPr>
          <a:xfrm>
            <a:off x="2304288" y="2413337"/>
            <a:ext cx="47485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/>
              <a:t>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65AF4A-D931-EEBF-230B-19FDDA6CF8A8}"/>
              </a:ext>
            </a:extLst>
          </p:cNvPr>
          <p:cNvSpPr txBox="1"/>
          <p:nvPr/>
        </p:nvSpPr>
        <p:spPr>
          <a:xfrm>
            <a:off x="1094233" y="3975640"/>
            <a:ext cx="72176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>
                <a:solidFill>
                  <a:schemeClr val="bg2">
                    <a:lumMod val="50000"/>
                  </a:schemeClr>
                </a:solidFill>
              </a:rPr>
              <a:t>Special Thanks to IBM </a:t>
            </a:r>
            <a:r>
              <a:rPr lang="en-IN" sz="2400" b="1" dirty="0" err="1">
                <a:solidFill>
                  <a:schemeClr val="bg2">
                    <a:lumMod val="50000"/>
                  </a:schemeClr>
                </a:solidFill>
              </a:rPr>
              <a:t>SkillsBuild</a:t>
            </a:r>
            <a:r>
              <a:rPr lang="en-IN" sz="2400" b="1" dirty="0">
                <a:solidFill>
                  <a:schemeClr val="bg2">
                    <a:lumMod val="50000"/>
                  </a:schemeClr>
                </a:solidFill>
              </a:rPr>
              <a:t>, AICTE, and </a:t>
            </a:r>
            <a:r>
              <a:rPr lang="en-IN" sz="2400" b="1" dirty="0" err="1">
                <a:solidFill>
                  <a:schemeClr val="bg2">
                    <a:lumMod val="50000"/>
                  </a:schemeClr>
                </a:solidFill>
              </a:rPr>
              <a:t>BharatCares</a:t>
            </a:r>
            <a:r>
              <a:rPr lang="en-IN" sz="2400" dirty="0">
                <a:solidFill>
                  <a:schemeClr val="bg2">
                    <a:lumMod val="50000"/>
                  </a:schemeClr>
                </a:solidFill>
              </a:rPr>
              <a:t> for providing this valuable learning opportunity and mentorship during the virtual internship.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{F61F3964-0FCB-4EA0-A528-5A336D2D98DE}TF8a9b5915-b8c7-461e-8cdd-693d48b5e32371f7b7e2_win32-4bf0b9a2ea37</Template>
  <TotalTime>26</TotalTime>
  <Words>212</Words>
  <Application>Microsoft Office PowerPoint</Application>
  <PresentationFormat>Widescreen</PresentationFormat>
  <Paragraphs>22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Calibri</vt:lpstr>
      <vt:lpstr>Sabon Next LT</vt:lpstr>
      <vt:lpstr>Times New Roman</vt:lpstr>
      <vt:lpstr>Custom</vt:lpstr>
      <vt:lpstr>FitAI - Smart Health &amp; Diet Companion</vt:lpstr>
      <vt:lpstr>High cost of personal fitness trainers and dietitians for students.  Privacy concerns with cloud-based apps uploading biometric data.  Lack of customized, easy-to-follow meal and exercise plans.</vt:lpstr>
      <vt:lpstr>PowerPoint Presentation</vt:lpstr>
      <vt:lpstr>Social Impact &amp; SDG Alignment</vt:lpstr>
      <vt:lpstr>Conclusion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Rajat Kumar</dc:creator>
  <cp:lastModifiedBy>Rajat Kumar</cp:lastModifiedBy>
  <cp:revision>1</cp:revision>
  <dcterms:created xsi:type="dcterms:W3CDTF">2026-10-09T08:21:44Z</dcterms:created>
  <dcterms:modified xsi:type="dcterms:W3CDTF">2026-10-09T08:48:19Z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